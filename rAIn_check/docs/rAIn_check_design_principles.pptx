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1F4E79"/>
                </a:solidFill>
              </a:rPr>
              <a:t>rAIn_check — Design Principles</a:t>
            </a:r>
          </a:p>
          <a:p>
            <a:pPr>
              <a:spcBef>
                <a:spcPts val="1400"/>
              </a:spcBef>
            </a:pPr>
            <a:r>
              <a:rPr sz="2400">
                <a:solidFill>
                  <a:srgbClr val="555555"/>
                </a:solidFill>
              </a:rPr>
              <a:t>AI-assisted, locally run verification for ensemble rainfall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5555"/>
                </a:solidFill>
              </a:rPr>
              <a:t>Prototype v0.1.0  ·  26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WHY IT EXISTS</a:t>
            </a:r>
          </a:p>
          <a:p>
            <a:r>
              <a:rPr sz="3200" b="1">
                <a:solidFill>
                  <a:srgbClr val="222222"/>
                </a:solidFill>
              </a:rPr>
              <a:t>Data sovereignty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Partners verify forecasts on their own machine — observations never leave it.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They share only a report + manifest.json, never the raw data.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manifest.json records SHA-256 of every input file, the code version, and parameters.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You can verify exactly what was computed without ever seeing the underlying observations.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This is the project's actual reason for existing, not a bolted-on feature.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PRINCIPLE 1</a:t>
            </a:r>
          </a:p>
          <a:p>
            <a:r>
              <a:rPr sz="3200" b="1">
                <a:solidFill>
                  <a:srgbClr val="222222"/>
                </a:solidFill>
              </a:rPr>
              <a:t>The deterministic engine owns every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One layer — the engine — is the only thing that ever produces a number.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The AI assistant never invents a score, formula, or value from memory.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Every score comes with bootstrap confidence intervals from the engine.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CRPS cross-validated to 1e-6 against the independent properscoring package.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Trust flows from reproducible computation, not from a model's fluency.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PRINCIPLE 2</a:t>
            </a:r>
          </a:p>
          <a:p>
            <a:r>
              <a:rPr sz="3200" b="1">
                <a:solidFill>
                  <a:srgbClr val="222222"/>
                </a:solidFill>
              </a:rPr>
              <a:t>The assistant is a permanent colleague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The assistant dock is live on every page of the five-step rail.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Always present — 'never switched off'.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A no-model deterministic fallback keeps the dock working with no LLM loaded.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Fallback uses keyword-matched proposals and template explanations.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The user is never left staring at an empty assistant.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PRINCIPLE 3</a:t>
            </a:r>
          </a:p>
          <a:p>
            <a:r>
              <a:rPr sz="3200" b="1">
                <a:solidFill>
                  <a:srgbClr val="222222"/>
                </a:solidFill>
              </a:rPr>
              <a:t>Extend through approved specifications, not generated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Users grow the system via specifications the engine executes — never generated code.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The loop: propose → approve → execute → explain.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Ingestion recipes are proposed by the assistant and approved by the user.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The engine runs only what was explicitly approved — nothing is auto-run.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Explanations are sourced from curated knowledge cards, not free invention.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PRINCIPLE 4</a:t>
            </a:r>
          </a:p>
          <a:p>
            <a:r>
              <a:rPr sz="3200" b="1">
                <a:solidFill>
                  <a:srgbClr val="222222"/>
                </a:solidFill>
              </a:rPr>
              <a:t>Target ordinary office machines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Designed for ~4GB-RAM office PCs, not high-end or GPU hardware.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Tight RAM budgeting — plan target of 1.8GB peak at 2k context.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Small, quantised local models (Ministral 3 3B, Gemma 4 E2B), both Apache 2.0.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Runs fully on CPU — no compiler, admin rights, or cloud dependency required.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A capability ladder degrades gracefully down to the deterministic fallback.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IN SUMMARY</a:t>
            </a:r>
          </a:p>
          <a:p>
            <a:r>
              <a:rPr sz="3200" b="1">
                <a:solidFill>
                  <a:srgbClr val="222222"/>
                </a:solidFill>
              </a:rPr>
              <a:t>Four principles, one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Engine owns every number — no invented scores.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Assistant is a permanent colleague — never switched off.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Extend via approved specifications — not generated code.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Runs on ordinary office machines — small, quantised, local.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</a:rPr>
              <a:t>•  All in service of data sovereignty: verify locally, share only a report + manifest.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